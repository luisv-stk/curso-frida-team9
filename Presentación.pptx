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A03749-9052-4297-A585-7BD5BC160F25}" v="61" dt="2025-10-30T15:13:24.364"/>
    <p1510:client id="{2A845C6E-D891-4235-A1FA-D6D1D53537AE}" v="770" dt="2025-10-30T15:28:52.0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 descr="Interfaz de usuario gráfica, Aplicación, Sitio web&#10;&#10;El contenido generado por IA puede ser incorrecto.">
            <a:extLst>
              <a:ext uri="{FF2B5EF4-FFF2-40B4-BE49-F238E27FC236}">
                <a16:creationId xmlns:a16="http://schemas.microsoft.com/office/drawing/2014/main" id="{82C86BDF-FA39-907E-1C5E-0D6BDFCDD5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032" r="-86" b="-172"/>
          <a:stretch>
            <a:fillRect/>
          </a:stretch>
        </p:blipFill>
        <p:spPr>
          <a:xfrm>
            <a:off x="1430055" y="1915143"/>
            <a:ext cx="9321462" cy="4123874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A87E95FE-84DB-2A06-B21E-F518E9F0EBCF}"/>
              </a:ext>
            </a:extLst>
          </p:cNvPr>
          <p:cNvSpPr txBox="1">
            <a:spLocks/>
          </p:cNvSpPr>
          <p:nvPr/>
        </p:nvSpPr>
        <p:spPr>
          <a:xfrm>
            <a:off x="992659" y="313638"/>
            <a:ext cx="10433222" cy="103723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dirty="0" err="1"/>
              <a:t>Team</a:t>
            </a:r>
            <a:r>
              <a:rPr lang="es-ES" dirty="0"/>
              <a:t> 9 – Caso 4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E9A892-A572-B6A1-F2DB-5B25AA512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Team</a:t>
            </a:r>
            <a:r>
              <a:rPr lang="es-ES" dirty="0"/>
              <a:t> 9 – Caso 4</a:t>
            </a:r>
          </a:p>
        </p:txBody>
      </p:sp>
      <p:pic>
        <p:nvPicPr>
          <p:cNvPr id="4" name="Marcador de contenido 3" descr="Captura de pantalla de un celular&#10;&#10;El contenido generado por IA puede ser incorrecto.">
            <a:extLst>
              <a:ext uri="{FF2B5EF4-FFF2-40B4-BE49-F238E27FC236}">
                <a16:creationId xmlns:a16="http://schemas.microsoft.com/office/drawing/2014/main" id="{11383CB9-AB2B-18B5-B7DB-D079C6577E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1686" y="1825625"/>
            <a:ext cx="992862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445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899DF7-89DA-D7C9-E4F7-589DC2252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Team</a:t>
            </a:r>
            <a:r>
              <a:rPr lang="es-ES" dirty="0"/>
              <a:t> 9 – Caso 4</a:t>
            </a:r>
          </a:p>
        </p:txBody>
      </p:sp>
      <p:pic>
        <p:nvPicPr>
          <p:cNvPr id="4" name="Marcador de contenido 3" descr="Interfaz de usuario gráfica, Aplicación, Teams&#10;&#10;El contenido generado por IA puede ser incorrecto.">
            <a:extLst>
              <a:ext uri="{FF2B5EF4-FFF2-40B4-BE49-F238E27FC236}">
                <a16:creationId xmlns:a16="http://schemas.microsoft.com/office/drawing/2014/main" id="{EFFE1660-183C-F75B-9515-38987320E5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8592" y="1825625"/>
            <a:ext cx="1007481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761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98EDF0-69AC-4A6F-A074-CBB5D1AA1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Team</a:t>
            </a:r>
            <a:r>
              <a:rPr lang="es-ES" dirty="0"/>
              <a:t> 9 – Caso 4</a:t>
            </a:r>
          </a:p>
        </p:txBody>
      </p:sp>
      <p:pic>
        <p:nvPicPr>
          <p:cNvPr id="4" name="Marcador de contenido 3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70925B38-8B18-8CBE-6E23-A508ACB7AF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68210" y="1825625"/>
            <a:ext cx="625557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027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495E75-9569-32D9-DB6C-B7E3793B1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Team</a:t>
            </a:r>
            <a:r>
              <a:rPr lang="es-ES" dirty="0"/>
              <a:t> 9 – Caso 4</a:t>
            </a:r>
          </a:p>
        </p:txBody>
      </p:sp>
      <p:pic>
        <p:nvPicPr>
          <p:cNvPr id="4" name="Marcador de contenido 3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06690A70-03F3-5815-F4FB-416539D28F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73655" y="1825625"/>
            <a:ext cx="604469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568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634D6B-FFC6-B64C-7855-4A58F9E1F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Team</a:t>
            </a:r>
            <a:r>
              <a:rPr lang="es-ES" dirty="0"/>
              <a:t> 9 – Caso 4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FB8D533-2B09-9847-7DBE-FABCBAAF51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/>
              <a:t>¿Que funciones usaste ?</a:t>
            </a:r>
          </a:p>
          <a:p>
            <a:endParaRPr lang="es-ES" dirty="0"/>
          </a:p>
          <a:p>
            <a:pPr marL="0" indent="0">
              <a:buNone/>
            </a:pPr>
            <a:r>
              <a:rPr lang="es-ES" dirty="0"/>
              <a:t>En la parte Back hemos usado </a:t>
            </a:r>
            <a:r>
              <a:rPr lang="es-ES" dirty="0" err="1"/>
              <a:t>One</a:t>
            </a:r>
            <a:r>
              <a:rPr lang="es-ES" dirty="0"/>
              <a:t> </a:t>
            </a:r>
            <a:r>
              <a:rPr lang="es-ES" dirty="0" err="1"/>
              <a:t>Click</a:t>
            </a:r>
            <a:r>
              <a:rPr lang="es-ES" dirty="0"/>
              <a:t> </a:t>
            </a:r>
            <a:r>
              <a:rPr lang="es-ES" dirty="0" err="1"/>
              <a:t>Function</a:t>
            </a:r>
            <a:r>
              <a:rPr lang="es-ES" dirty="0"/>
              <a:t> , </a:t>
            </a:r>
            <a:r>
              <a:rPr lang="es-ES" dirty="0" err="1"/>
              <a:t>Generate</a:t>
            </a:r>
            <a:r>
              <a:rPr lang="es-ES" dirty="0"/>
              <a:t> y lenguaje java.</a:t>
            </a:r>
          </a:p>
          <a:p>
            <a:endParaRPr lang="es-ES" dirty="0"/>
          </a:p>
          <a:p>
            <a:pPr marL="0" indent="0">
              <a:buNone/>
            </a:pPr>
            <a:r>
              <a:rPr lang="es-ES" dirty="0"/>
              <a:t>En la parte Front hemos creado el proyecto desde cero con Agente de Frida y el plugin </a:t>
            </a:r>
            <a:r>
              <a:rPr lang="es-ES" err="1"/>
              <a:t>Figma</a:t>
            </a:r>
            <a:r>
              <a:rPr lang="es-ES" dirty="0"/>
              <a:t> </a:t>
            </a:r>
            <a:r>
              <a:rPr lang="es-ES" err="1"/>
              <a:t>to</a:t>
            </a:r>
            <a:r>
              <a:rPr lang="es-ES"/>
              <a:t> Frida.</a:t>
            </a:r>
            <a:endParaRPr lang="es-ES" dirty="0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  <a:p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71679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C9640C-2A2A-562B-54E7-7DF55F15E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Team</a:t>
            </a:r>
            <a:r>
              <a:rPr lang="es-ES" dirty="0"/>
              <a:t> 9 – Caso 4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463376-35A9-917E-FEAC-C779B7DF1F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/>
              <a:t>Ventajas:</a:t>
            </a:r>
          </a:p>
          <a:p>
            <a:endParaRPr lang="es-ES" dirty="0"/>
          </a:p>
          <a:p>
            <a:r>
              <a:rPr lang="es-ES" dirty="0"/>
              <a:t>El agente Frida para Visual Studio </a:t>
            </a:r>
            <a:r>
              <a:rPr lang="es-ES" dirty="0" err="1"/>
              <a:t>Code</a:t>
            </a:r>
            <a:r>
              <a:rPr lang="es-ES" dirty="0"/>
              <a:t>, nos ha parecido de gran utilidad, le hemos utilizado para la creación de los proyectos back y </a:t>
            </a:r>
            <a:r>
              <a:rPr lang="es-ES" dirty="0" err="1"/>
              <a:t>front</a:t>
            </a:r>
            <a:r>
              <a:rPr lang="es-ES" dirty="0"/>
              <a:t>, implementación de funcionalidades, modificaciones en el diseño y </a:t>
            </a:r>
            <a:r>
              <a:rPr lang="es-ES" dirty="0" err="1"/>
              <a:t>correcion</a:t>
            </a:r>
            <a:r>
              <a:rPr lang="es-ES" dirty="0"/>
              <a:t> de errores.</a:t>
            </a:r>
          </a:p>
          <a:p>
            <a:r>
              <a:rPr lang="es-ES" dirty="0"/>
              <a:t>Plugin </a:t>
            </a:r>
            <a:r>
              <a:rPr lang="es-ES" dirty="0" err="1"/>
              <a:t>Figma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Frida, es útil para crear una primera versión del componente, que luego hemos perfeccionado con </a:t>
            </a:r>
            <a:r>
              <a:rPr lang="es-ES" dirty="0" err="1"/>
              <a:t>Fidra</a:t>
            </a:r>
            <a:r>
              <a:rPr lang="es-ES" dirty="0"/>
              <a:t> </a:t>
            </a:r>
            <a:r>
              <a:rPr lang="es-ES" dirty="0" err="1"/>
              <a:t>Agent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42340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C90B05-0036-6F47-A83B-E4E4DA849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Team</a:t>
            </a:r>
            <a:r>
              <a:rPr lang="es-ES" dirty="0"/>
              <a:t> 9 – Caso 4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33375E2-8D72-6487-484D-E636644B30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 err="1"/>
              <a:t>Incovenientes</a:t>
            </a:r>
            <a:r>
              <a:rPr lang="es-ES" dirty="0"/>
              <a:t>:</a:t>
            </a:r>
          </a:p>
          <a:p>
            <a:endParaRPr lang="es-ES" dirty="0"/>
          </a:p>
          <a:p>
            <a:pPr marL="0" indent="0">
              <a:buNone/>
            </a:pPr>
            <a:r>
              <a:rPr lang="es-ES" dirty="0"/>
              <a:t>En la parte Front, el plugin </a:t>
            </a:r>
            <a:r>
              <a:rPr lang="es-ES" dirty="0" err="1"/>
              <a:t>Figma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Frida implementa unos componentes un </a:t>
            </a:r>
            <a:r>
              <a:rPr lang="es-ES" dirty="0" err="1"/>
              <a:t>basicos</a:t>
            </a:r>
            <a:r>
              <a:rPr lang="es-ES" dirty="0"/>
              <a:t>, hemos notado carencias a la hora de redimensionar pantalla, </a:t>
            </a:r>
            <a:r>
              <a:rPr lang="es-ES" dirty="0" err="1"/>
              <a:t>colocacion</a:t>
            </a:r>
            <a:r>
              <a:rPr lang="es-ES" dirty="0"/>
              <a:t> de algunos objetos , colores...</a:t>
            </a:r>
          </a:p>
          <a:p>
            <a:pPr marL="0" indent="0">
              <a:buNone/>
            </a:pPr>
            <a:r>
              <a:rPr lang="es-ES" dirty="0"/>
              <a:t>Respecto a Frida en </a:t>
            </a:r>
            <a:r>
              <a:rPr lang="es-ES" dirty="0" err="1"/>
              <a:t>VSCode</a:t>
            </a:r>
            <a:r>
              <a:rPr lang="es-ES" dirty="0"/>
              <a:t>, el </a:t>
            </a:r>
            <a:r>
              <a:rPr lang="es-ES" dirty="0" err="1"/>
              <a:t>incoveniente</a:t>
            </a:r>
            <a:r>
              <a:rPr lang="es-ES" dirty="0"/>
              <a:t> que vemos en el agente es su lentitud</a:t>
            </a:r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4503087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9" baseType="lpstr">
      <vt:lpstr>Tema de Office</vt:lpstr>
      <vt:lpstr>Presentación de PowerPoint</vt:lpstr>
      <vt:lpstr>Team 9 – Caso 4</vt:lpstr>
      <vt:lpstr>Team 9 – Caso 4</vt:lpstr>
      <vt:lpstr>Team 9 – Caso 4</vt:lpstr>
      <vt:lpstr>Team 9 – Caso 4</vt:lpstr>
      <vt:lpstr>Team 9 – Caso 4</vt:lpstr>
      <vt:lpstr>Team 9 – Caso 4 </vt:lpstr>
      <vt:lpstr>Team 9 – Caso 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112</cp:revision>
  <dcterms:created xsi:type="dcterms:W3CDTF">2025-10-30T15:06:44Z</dcterms:created>
  <dcterms:modified xsi:type="dcterms:W3CDTF">2025-10-30T15:29:43Z</dcterms:modified>
</cp:coreProperties>
</file>